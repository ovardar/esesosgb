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isgnova: Yeni Nesil EHS &amp; İSG Yönetim Platformu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Geleneksel OSGB yazılımlarından, Akıllı ERP sistemine geçiş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Neden isgnova? (Problem &amp; Çözüm)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Sektördeki Temel Problemler:</a:t>
            </a:r>
          </a:p>
          <a:p>
            <a:pPr lvl="1"/>
            <a:r>
              <a:t>Satış (CRM) ve Operasyon (İSG) birbirinden kopuk.</a:t>
            </a:r>
          </a:p>
          <a:p>
            <a:pPr lvl="1"/>
            <a:r>
              <a:t>Risk analizleri sadece Excel/Word üzerinde 'statik' dokümanlar olarak kalıyor.</a:t>
            </a:r>
          </a:p>
          <a:p>
            <a:pPr lvl="1"/>
            <a:r>
              <a:t>Yenileme ve ek satış fırsatları gözden kaçıyor.</a:t>
            </a:r>
          </a:p>
          <a:p>
            <a:r>
              <a:t>isgnova'nın Çözümü:</a:t>
            </a:r>
          </a:p>
          <a:p>
            <a:pPr lvl="1"/>
            <a:r>
              <a:t>CRM → CPQ (Teklif Motoru) → Sözleşme → Operasyon zinciri ile uçtan uca otomasyon.</a:t>
            </a:r>
          </a:p>
          <a:p>
            <a:pPr lvl="1"/>
            <a:r>
              <a:t>Tüm verinin birbiriyle konuşan 'Yaşayan bir Risk Yönetim Sistemine' dönüşmesi.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Sistemin En Güçlü Yönleri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1. </a:t>
            </a:r>
            <a:r>
              <a:rPr sz="2800" dirty="0" err="1"/>
              <a:t>Bütünleşik</a:t>
            </a:r>
            <a:r>
              <a:rPr sz="2800" dirty="0"/>
              <a:t> </a:t>
            </a:r>
            <a:r>
              <a:rPr sz="2800" dirty="0" err="1"/>
              <a:t>Mimari</a:t>
            </a:r>
            <a:r>
              <a:rPr sz="2800" dirty="0"/>
              <a:t> (Tek Veri </a:t>
            </a:r>
            <a:r>
              <a:rPr sz="2800" dirty="0" err="1"/>
              <a:t>Modeli</a:t>
            </a:r>
            <a:r>
              <a:rPr sz="2800" dirty="0"/>
              <a:t>)</a:t>
            </a:r>
          </a:p>
          <a:p>
            <a:pPr lvl="1"/>
            <a:r>
              <a:rPr sz="2400" dirty="0" err="1"/>
              <a:t>Potansiyel</a:t>
            </a:r>
            <a:r>
              <a:rPr sz="2400" dirty="0"/>
              <a:t> </a:t>
            </a:r>
            <a:r>
              <a:rPr sz="2400" dirty="0" err="1"/>
              <a:t>müşteri</a:t>
            </a:r>
            <a:r>
              <a:rPr sz="2400" dirty="0"/>
              <a:t> </a:t>
            </a:r>
            <a:r>
              <a:rPr sz="2400" dirty="0" err="1"/>
              <a:t>onaylandığı</a:t>
            </a:r>
            <a:r>
              <a:rPr sz="2400" dirty="0"/>
              <a:t> an </a:t>
            </a:r>
            <a:r>
              <a:rPr sz="2400" dirty="0" err="1"/>
              <a:t>arka</a:t>
            </a:r>
            <a:r>
              <a:rPr sz="2400" dirty="0"/>
              <a:t> </a:t>
            </a:r>
            <a:r>
              <a:rPr sz="2400" dirty="0" err="1"/>
              <a:t>planda</a:t>
            </a:r>
            <a:r>
              <a:rPr sz="2400" dirty="0"/>
              <a:t> </a:t>
            </a:r>
            <a:r>
              <a:rPr sz="2400" dirty="0" err="1"/>
              <a:t>klasörler</a:t>
            </a:r>
            <a:r>
              <a:rPr sz="2400" dirty="0"/>
              <a:t>, risk </a:t>
            </a:r>
            <a:r>
              <a:rPr sz="2400" dirty="0" err="1"/>
              <a:t>şablonları</a:t>
            </a:r>
            <a:r>
              <a:rPr sz="2400" dirty="0"/>
              <a:t> </a:t>
            </a:r>
            <a:r>
              <a:rPr sz="2400" dirty="0" err="1"/>
              <a:t>ve</a:t>
            </a:r>
            <a:r>
              <a:rPr sz="2400" dirty="0"/>
              <a:t> </a:t>
            </a:r>
            <a:r>
              <a:rPr sz="2400" dirty="0" err="1"/>
              <a:t>yıllık</a:t>
            </a:r>
            <a:r>
              <a:rPr sz="2400" dirty="0"/>
              <a:t> </a:t>
            </a:r>
            <a:r>
              <a:rPr sz="2400" dirty="0" err="1"/>
              <a:t>planlar</a:t>
            </a:r>
            <a:r>
              <a:rPr sz="2400" dirty="0"/>
              <a:t> </a:t>
            </a:r>
            <a:r>
              <a:rPr sz="2400" dirty="0" err="1"/>
              <a:t>otomatik</a:t>
            </a:r>
            <a:r>
              <a:rPr sz="2400" dirty="0"/>
              <a:t> </a:t>
            </a:r>
            <a:r>
              <a:rPr sz="2400" dirty="0" err="1"/>
              <a:t>oluşur</a:t>
            </a:r>
            <a:r>
              <a:rPr sz="2400" dirty="0"/>
              <a:t>.</a:t>
            </a:r>
          </a:p>
          <a:p>
            <a:r>
              <a:rPr sz="2800" dirty="0"/>
              <a:t>2. </a:t>
            </a:r>
            <a:r>
              <a:rPr sz="2800" dirty="0" err="1"/>
              <a:t>Hizmet</a:t>
            </a:r>
            <a:r>
              <a:rPr sz="2800" dirty="0"/>
              <a:t> </a:t>
            </a:r>
            <a:r>
              <a:rPr sz="2800" dirty="0" err="1"/>
              <a:t>Paket</a:t>
            </a:r>
            <a:r>
              <a:rPr sz="2800" dirty="0"/>
              <a:t> </a:t>
            </a:r>
            <a:r>
              <a:rPr sz="2800" dirty="0" err="1"/>
              <a:t>Tasarım</a:t>
            </a:r>
            <a:r>
              <a:rPr sz="2800" dirty="0"/>
              <a:t> </a:t>
            </a:r>
            <a:r>
              <a:rPr sz="2800" dirty="0" err="1"/>
              <a:t>Motoru</a:t>
            </a:r>
            <a:r>
              <a:rPr sz="2800" dirty="0"/>
              <a:t> (CPQ)</a:t>
            </a:r>
          </a:p>
          <a:p>
            <a:pPr lvl="1"/>
            <a:r>
              <a:rPr sz="2400" dirty="0" err="1"/>
              <a:t>Sektör</a:t>
            </a:r>
            <a:r>
              <a:rPr sz="2400" dirty="0"/>
              <a:t>, </a:t>
            </a:r>
            <a:r>
              <a:rPr sz="2400" dirty="0" err="1"/>
              <a:t>çalışan</a:t>
            </a:r>
            <a:r>
              <a:rPr sz="2400" dirty="0"/>
              <a:t> </a:t>
            </a:r>
            <a:r>
              <a:rPr sz="2400" dirty="0" err="1"/>
              <a:t>sayısı</a:t>
            </a:r>
            <a:r>
              <a:rPr sz="2400" dirty="0"/>
              <a:t> </a:t>
            </a:r>
            <a:r>
              <a:rPr sz="2400" dirty="0" err="1"/>
              <a:t>ve</a:t>
            </a:r>
            <a:r>
              <a:rPr sz="2400" dirty="0"/>
              <a:t> </a:t>
            </a:r>
            <a:r>
              <a:rPr sz="2400" dirty="0" err="1"/>
              <a:t>tehlike</a:t>
            </a:r>
            <a:r>
              <a:rPr sz="2400" dirty="0"/>
              <a:t> </a:t>
            </a:r>
            <a:r>
              <a:rPr sz="2400" dirty="0" err="1"/>
              <a:t>sınıfı</a:t>
            </a:r>
            <a:r>
              <a:rPr sz="2400" dirty="0"/>
              <a:t> </a:t>
            </a:r>
            <a:r>
              <a:rPr sz="2400" dirty="0" err="1"/>
              <a:t>girildiğinde</a:t>
            </a:r>
            <a:r>
              <a:rPr sz="2400" dirty="0"/>
              <a:t> '</a:t>
            </a:r>
            <a:r>
              <a:rPr sz="2400" dirty="0" err="1"/>
              <a:t>Zorunlu</a:t>
            </a:r>
            <a:r>
              <a:rPr sz="2400" dirty="0"/>
              <a:t> </a:t>
            </a:r>
            <a:r>
              <a:rPr sz="2400" dirty="0" err="1"/>
              <a:t>ve</a:t>
            </a:r>
            <a:r>
              <a:rPr sz="2400" dirty="0"/>
              <a:t> </a:t>
            </a:r>
            <a:r>
              <a:rPr sz="2400" dirty="0" err="1"/>
              <a:t>Tavsiye</a:t>
            </a:r>
            <a:r>
              <a:rPr sz="2400" dirty="0"/>
              <a:t> </a:t>
            </a:r>
            <a:r>
              <a:rPr sz="2400" dirty="0" err="1"/>
              <a:t>Edilen</a:t>
            </a:r>
            <a:r>
              <a:rPr sz="2400" dirty="0"/>
              <a:t> </a:t>
            </a:r>
            <a:r>
              <a:rPr sz="2400" dirty="0" err="1"/>
              <a:t>Hizmet</a:t>
            </a:r>
            <a:r>
              <a:rPr sz="2400" dirty="0"/>
              <a:t> </a:t>
            </a:r>
            <a:r>
              <a:rPr sz="2400" dirty="0" err="1"/>
              <a:t>Sepeti</a:t>
            </a:r>
            <a:r>
              <a:rPr sz="2400" dirty="0"/>
              <a:t>' </a:t>
            </a:r>
            <a:r>
              <a:rPr sz="2400" dirty="0" err="1"/>
              <a:t>saniyeler</a:t>
            </a:r>
            <a:r>
              <a:rPr sz="2400" dirty="0"/>
              <a:t> </a:t>
            </a:r>
            <a:r>
              <a:rPr sz="2400" dirty="0" err="1"/>
              <a:t>içinde</a:t>
            </a:r>
            <a:r>
              <a:rPr sz="2400" dirty="0"/>
              <a:t> </a:t>
            </a:r>
            <a:r>
              <a:rPr sz="2400" dirty="0" err="1"/>
              <a:t>otomatik</a:t>
            </a:r>
            <a:r>
              <a:rPr sz="2400" dirty="0"/>
              <a:t> </a:t>
            </a:r>
            <a:r>
              <a:rPr sz="2400" dirty="0" err="1"/>
              <a:t>çıkar</a:t>
            </a:r>
            <a:r>
              <a:rPr sz="2400" dirty="0"/>
              <a:t>.</a:t>
            </a:r>
          </a:p>
          <a:p>
            <a:r>
              <a:rPr sz="2800" dirty="0"/>
              <a:t>3. </a:t>
            </a:r>
            <a:r>
              <a:rPr sz="2800" dirty="0" err="1"/>
              <a:t>Modüler</a:t>
            </a:r>
            <a:r>
              <a:rPr sz="2800" dirty="0"/>
              <a:t> </a:t>
            </a:r>
            <a:r>
              <a:rPr sz="2800" dirty="0" err="1"/>
              <a:t>ve</a:t>
            </a:r>
            <a:r>
              <a:rPr sz="2800" dirty="0"/>
              <a:t> </a:t>
            </a:r>
            <a:r>
              <a:rPr sz="2800" dirty="0" err="1"/>
              <a:t>Genişletilebilir</a:t>
            </a:r>
            <a:r>
              <a:rPr sz="2800" dirty="0"/>
              <a:t> ERP </a:t>
            </a:r>
            <a:r>
              <a:rPr sz="2800" dirty="0" err="1"/>
              <a:t>Altyapısı</a:t>
            </a:r>
            <a:endParaRPr sz="2800" dirty="0"/>
          </a:p>
          <a:p>
            <a:pPr lvl="1"/>
            <a:r>
              <a:rPr sz="2400" dirty="0" err="1"/>
              <a:t>Sadece</a:t>
            </a:r>
            <a:r>
              <a:rPr sz="2400" dirty="0"/>
              <a:t> </a:t>
            </a:r>
            <a:r>
              <a:rPr sz="2400" dirty="0" err="1"/>
              <a:t>küçük</a:t>
            </a:r>
            <a:r>
              <a:rPr sz="2400" dirty="0"/>
              <a:t> </a:t>
            </a:r>
            <a:r>
              <a:rPr sz="2400" dirty="0" err="1"/>
              <a:t>işletmeler</a:t>
            </a:r>
            <a:r>
              <a:rPr sz="2400" dirty="0"/>
              <a:t> </a:t>
            </a:r>
            <a:r>
              <a:rPr sz="2400" dirty="0" err="1"/>
              <a:t>için</a:t>
            </a:r>
            <a:r>
              <a:rPr sz="2400" dirty="0"/>
              <a:t> </a:t>
            </a:r>
            <a:r>
              <a:rPr sz="2400" dirty="0" err="1"/>
              <a:t>değil</a:t>
            </a:r>
            <a:r>
              <a:rPr sz="2400" dirty="0"/>
              <a:t>, </a:t>
            </a:r>
            <a:r>
              <a:rPr sz="2400" dirty="0" err="1"/>
              <a:t>devasa</a:t>
            </a:r>
            <a:r>
              <a:rPr sz="2400" dirty="0"/>
              <a:t> </a:t>
            </a:r>
            <a:r>
              <a:rPr sz="2400" dirty="0" err="1"/>
              <a:t>fabrikalar</a:t>
            </a:r>
            <a:r>
              <a:rPr sz="2400" dirty="0"/>
              <a:t>, </a:t>
            </a:r>
            <a:r>
              <a:rPr sz="2400" dirty="0" err="1"/>
              <a:t>lojistik</a:t>
            </a:r>
            <a:r>
              <a:rPr sz="2400" dirty="0"/>
              <a:t> </a:t>
            </a:r>
            <a:r>
              <a:rPr sz="2400" dirty="0" err="1"/>
              <a:t>üsleri</a:t>
            </a:r>
            <a:r>
              <a:rPr sz="2400" dirty="0"/>
              <a:t> </a:t>
            </a:r>
            <a:r>
              <a:rPr sz="2400" dirty="0" err="1"/>
              <a:t>ve</a:t>
            </a:r>
            <a:r>
              <a:rPr sz="2400" dirty="0"/>
              <a:t> </a:t>
            </a:r>
            <a:r>
              <a:rPr sz="2400" dirty="0" err="1"/>
              <a:t>enerji</a:t>
            </a:r>
            <a:r>
              <a:rPr sz="2400" dirty="0"/>
              <a:t> </a:t>
            </a:r>
            <a:r>
              <a:rPr sz="2400" dirty="0" err="1"/>
              <a:t>tesisleri</a:t>
            </a:r>
            <a:r>
              <a:rPr sz="2400" dirty="0"/>
              <a:t> </a:t>
            </a:r>
            <a:r>
              <a:rPr sz="2400" dirty="0" err="1"/>
              <a:t>için</a:t>
            </a:r>
            <a:r>
              <a:rPr sz="2400" dirty="0"/>
              <a:t> bile </a:t>
            </a:r>
            <a:r>
              <a:rPr sz="2400" dirty="0" err="1"/>
              <a:t>ölçeklenebilen</a:t>
            </a:r>
            <a:r>
              <a:rPr sz="2400" dirty="0"/>
              <a:t> EHS </a:t>
            </a:r>
            <a:r>
              <a:rPr sz="2400" dirty="0" err="1"/>
              <a:t>yapısı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Saha Operasyonları ve Mobilite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Gelişmiş Saha Denetimleri:</a:t>
            </a:r>
          </a:p>
          <a:p>
            <a:pPr lvl="1"/>
            <a:r>
              <a:t>Sahada QR kod ile kontrol listelerine erişim.</a:t>
            </a:r>
          </a:p>
          <a:p>
            <a:pPr lvl="1"/>
            <a:r>
              <a:t>Bulguların anında fotoğraflanıp Düzeltici Önleyici Faaliyet (DÖF) havuzuna düşmesi.</a:t>
            </a:r>
          </a:p>
          <a:p>
            <a:pPr lvl="1"/>
            <a:r>
              <a:t>Geciken aksiyonların ilgili yöneticilere bildirilmesi.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Vizyon ve Gelecek Hedeflerimiz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Yapay</a:t>
            </a:r>
            <a:r>
              <a:rPr dirty="0"/>
              <a:t> </a:t>
            </a:r>
            <a:r>
              <a:rPr dirty="0" err="1"/>
              <a:t>Zeka</a:t>
            </a:r>
            <a:r>
              <a:rPr dirty="0"/>
              <a:t> (AI) </a:t>
            </a:r>
            <a:r>
              <a:rPr dirty="0" err="1"/>
              <a:t>Destek</a:t>
            </a:r>
            <a:r>
              <a:rPr dirty="0"/>
              <a:t> </a:t>
            </a:r>
            <a:r>
              <a:rPr dirty="0" err="1"/>
              <a:t>Katmanı</a:t>
            </a:r>
            <a:endParaRPr dirty="0"/>
          </a:p>
          <a:p>
            <a:pPr lvl="1"/>
            <a:r>
              <a:rPr dirty="0" err="1"/>
              <a:t>Benzer</a:t>
            </a:r>
            <a:r>
              <a:rPr dirty="0"/>
              <a:t> </a:t>
            </a:r>
            <a:r>
              <a:rPr dirty="0" err="1"/>
              <a:t>sektörlerdeki</a:t>
            </a:r>
            <a:r>
              <a:rPr dirty="0"/>
              <a:t> </a:t>
            </a:r>
            <a:r>
              <a:rPr dirty="0" err="1"/>
              <a:t>verileri</a:t>
            </a:r>
            <a:r>
              <a:rPr dirty="0"/>
              <a:t> </a:t>
            </a:r>
            <a:r>
              <a:rPr dirty="0" err="1"/>
              <a:t>analiz</a:t>
            </a:r>
            <a:r>
              <a:rPr dirty="0"/>
              <a:t> </a:t>
            </a:r>
            <a:r>
              <a:rPr dirty="0" err="1"/>
              <a:t>edip</a:t>
            </a:r>
            <a:r>
              <a:rPr dirty="0"/>
              <a:t> '</a:t>
            </a:r>
            <a:r>
              <a:rPr dirty="0" err="1"/>
              <a:t>Eksik</a:t>
            </a:r>
            <a:r>
              <a:rPr dirty="0"/>
              <a:t> </a:t>
            </a:r>
            <a:r>
              <a:rPr dirty="0" err="1"/>
              <a:t>Kalmış</a:t>
            </a:r>
            <a:r>
              <a:rPr dirty="0"/>
              <a:t> </a:t>
            </a:r>
            <a:r>
              <a:rPr dirty="0" err="1"/>
              <a:t>Riskleri</a:t>
            </a:r>
            <a:r>
              <a:rPr dirty="0"/>
              <a:t>' </a:t>
            </a:r>
            <a:r>
              <a:rPr dirty="0" err="1"/>
              <a:t>uzmanlara</a:t>
            </a:r>
            <a:r>
              <a:rPr dirty="0"/>
              <a:t> </a:t>
            </a:r>
            <a:r>
              <a:rPr dirty="0" err="1"/>
              <a:t>önerme</a:t>
            </a:r>
            <a:r>
              <a:rPr dirty="0"/>
              <a:t>.</a:t>
            </a:r>
          </a:p>
          <a:p>
            <a:pPr lvl="1"/>
            <a:r>
              <a:rPr dirty="0" err="1"/>
              <a:t>Kaza</a:t>
            </a:r>
            <a:r>
              <a:rPr dirty="0"/>
              <a:t> </a:t>
            </a:r>
            <a:r>
              <a:rPr dirty="0" err="1"/>
              <a:t>raporlarındaki</a:t>
            </a:r>
            <a:r>
              <a:rPr dirty="0"/>
              <a:t> </a:t>
            </a:r>
            <a:r>
              <a:rPr dirty="0" err="1"/>
              <a:t>metinleri</a:t>
            </a:r>
            <a:r>
              <a:rPr dirty="0"/>
              <a:t> </a:t>
            </a:r>
            <a:r>
              <a:rPr dirty="0" err="1"/>
              <a:t>okuyarak</a:t>
            </a:r>
            <a:r>
              <a:rPr dirty="0"/>
              <a:t> '</a:t>
            </a:r>
            <a:r>
              <a:rPr dirty="0" err="1"/>
              <a:t>Tekrar</a:t>
            </a:r>
            <a:r>
              <a:rPr dirty="0"/>
              <a:t> Eden </a:t>
            </a:r>
            <a:r>
              <a:rPr dirty="0" err="1"/>
              <a:t>Kök</a:t>
            </a:r>
            <a:r>
              <a:rPr dirty="0"/>
              <a:t> </a:t>
            </a:r>
            <a:r>
              <a:rPr dirty="0" err="1"/>
              <a:t>Nedenleri</a:t>
            </a:r>
            <a:r>
              <a:rPr dirty="0"/>
              <a:t>'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etme</a:t>
            </a:r>
            <a:r>
              <a:rPr dirty="0"/>
              <a:t>.</a:t>
            </a:r>
          </a:p>
          <a:p>
            <a:r>
              <a:rPr dirty="0"/>
              <a:t>Tam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İş</a:t>
            </a:r>
            <a:r>
              <a:rPr dirty="0"/>
              <a:t> </a:t>
            </a:r>
            <a:r>
              <a:rPr dirty="0" err="1"/>
              <a:t>Akışları</a:t>
            </a:r>
            <a:r>
              <a:rPr dirty="0"/>
              <a:t> (Workflow)</a:t>
            </a:r>
          </a:p>
          <a:p>
            <a:pPr lvl="1"/>
            <a:r>
              <a:rPr dirty="0" err="1"/>
              <a:t>Örn</a:t>
            </a:r>
            <a:r>
              <a:rPr dirty="0"/>
              <a:t>: Bir forklift </a:t>
            </a:r>
            <a:r>
              <a:rPr dirty="0" err="1"/>
              <a:t>arızası</a:t>
            </a:r>
            <a:r>
              <a:rPr dirty="0"/>
              <a:t> </a:t>
            </a:r>
            <a:r>
              <a:rPr dirty="0" err="1"/>
              <a:t>sisteme</a:t>
            </a:r>
            <a:r>
              <a:rPr dirty="0"/>
              <a:t> </a:t>
            </a:r>
            <a:r>
              <a:rPr dirty="0" err="1"/>
              <a:t>girildiğinde</a:t>
            </a:r>
            <a:r>
              <a:rPr dirty="0"/>
              <a:t>, o araca </a:t>
            </a:r>
            <a:r>
              <a:rPr dirty="0" err="1"/>
              <a:t>dair</a:t>
            </a:r>
            <a:r>
              <a:rPr dirty="0"/>
              <a:t> </a:t>
            </a:r>
            <a:r>
              <a:rPr sz="2400" dirty="0" err="1"/>
              <a:t>periyodik</a:t>
            </a:r>
            <a:r>
              <a:rPr dirty="0"/>
              <a:t> </a:t>
            </a:r>
            <a:r>
              <a:rPr dirty="0" err="1"/>
              <a:t>bakım</a:t>
            </a:r>
            <a:r>
              <a:rPr dirty="0"/>
              <a:t> </a:t>
            </a:r>
            <a:r>
              <a:rPr dirty="0" err="1"/>
              <a:t>tarihi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operatör</a:t>
            </a:r>
            <a:r>
              <a:rPr dirty="0"/>
              <a:t> </a:t>
            </a:r>
            <a:r>
              <a:rPr dirty="0" err="1"/>
              <a:t>eğitim</a:t>
            </a:r>
            <a:r>
              <a:rPr dirty="0"/>
              <a:t> </a:t>
            </a:r>
            <a:r>
              <a:rPr dirty="0" err="1"/>
              <a:t>süresi</a:t>
            </a:r>
            <a:r>
              <a:rPr dirty="0"/>
              <a:t>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kontrol</a:t>
            </a:r>
            <a:r>
              <a:rPr dirty="0"/>
              <a:t> </a:t>
            </a:r>
            <a:r>
              <a:rPr dirty="0" err="1"/>
              <a:t>edilir</a:t>
            </a:r>
            <a:r>
              <a:rPr dirty="0"/>
              <a:t>.</a:t>
            </a:r>
          </a:p>
          <a:p>
            <a:r>
              <a:rPr dirty="0" err="1"/>
              <a:t>Müşteri</a:t>
            </a:r>
            <a:r>
              <a:rPr dirty="0"/>
              <a:t> </a:t>
            </a:r>
            <a:r>
              <a:rPr dirty="0" err="1"/>
              <a:t>Başarısı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Proaktif</a:t>
            </a:r>
            <a:r>
              <a:rPr dirty="0"/>
              <a:t> </a:t>
            </a:r>
            <a:r>
              <a:rPr dirty="0" err="1"/>
              <a:t>Büyüme</a:t>
            </a:r>
            <a:endParaRPr dirty="0"/>
          </a:p>
          <a:p>
            <a:pPr lvl="1"/>
            <a:r>
              <a:rPr dirty="0" err="1"/>
              <a:t>Biten</a:t>
            </a:r>
            <a:r>
              <a:rPr dirty="0"/>
              <a:t> </a:t>
            </a:r>
            <a:r>
              <a:rPr dirty="0" err="1"/>
              <a:t>sertifikaları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yaklaşan</a:t>
            </a:r>
            <a:r>
              <a:rPr dirty="0"/>
              <a:t> </a:t>
            </a:r>
            <a:r>
              <a:rPr dirty="0" err="1"/>
              <a:t>periyodik</a:t>
            </a:r>
            <a:r>
              <a:rPr dirty="0"/>
              <a:t> </a:t>
            </a:r>
            <a:r>
              <a:rPr dirty="0" err="1"/>
              <a:t>kontrolleri</a:t>
            </a:r>
            <a:r>
              <a:rPr dirty="0"/>
              <a:t> </a:t>
            </a:r>
            <a:r>
              <a:rPr dirty="0" err="1"/>
              <a:t>algılayıp</a:t>
            </a:r>
            <a:r>
              <a:rPr dirty="0"/>
              <a:t> </a:t>
            </a:r>
            <a:r>
              <a:rPr dirty="0" err="1"/>
              <a:t>satış</a:t>
            </a:r>
            <a:r>
              <a:rPr dirty="0"/>
              <a:t> </a:t>
            </a:r>
            <a:r>
              <a:rPr dirty="0" err="1"/>
              <a:t>ekibine</a:t>
            </a:r>
            <a:r>
              <a:rPr dirty="0"/>
              <a:t> </a:t>
            </a:r>
            <a:r>
              <a:rPr dirty="0" err="1"/>
              <a:t>otomatik</a:t>
            </a:r>
            <a:r>
              <a:rPr dirty="0"/>
              <a:t> Upsell </a:t>
            </a:r>
            <a:r>
              <a:rPr dirty="0" err="1"/>
              <a:t>fırsatları</a:t>
            </a:r>
            <a:r>
              <a:rPr dirty="0"/>
              <a:t> </a:t>
            </a:r>
            <a:r>
              <a:rPr dirty="0" err="1"/>
              <a:t>çıkarma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296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isgnova: Yeni Nesil EHS &amp; İSG Yönetim Platformu</vt:lpstr>
      <vt:lpstr>Neden isgnova? (Problem &amp; Çözüm)</vt:lpstr>
      <vt:lpstr>Sistemin En Güçlü Yönleri</vt:lpstr>
      <vt:lpstr>Saha Operasyonları ve Mobilite</vt:lpstr>
      <vt:lpstr>Vizyon ve Gelecek Hedeflerimiz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isgnova: Yeni Nesil EHS &amp; İSG Yönetim Platformu</dc:title>
  <dc:subject/>
  <dc:creator/>
  <cp:keywords/>
  <dc:description>generated using python-pptx</dc:description>
  <cp:lastModifiedBy>Orhan Vardar</cp:lastModifiedBy>
  <cp:revision>2</cp:revision>
  <dcterms:created xsi:type="dcterms:W3CDTF">2013-01-27T09:14:16Z</dcterms:created>
  <dcterms:modified xsi:type="dcterms:W3CDTF">2026-07-01T10:10:37Z</dcterms:modified>
  <cp:category/>
</cp:coreProperties>
</file>